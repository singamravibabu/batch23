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918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170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099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322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8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44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66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938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296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345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04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30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0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Cleaning in Pandas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Replace Values • Handle Missing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Data Cleaning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 often contains codes and missing values</a:t>
            </a:r>
          </a:p>
          <a:p>
            <a:r>
              <a:t>Cleaning improves understanding and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Replace coded values</a:t>
            </a:r>
          </a:p>
          <a:p>
            <a:r>
              <a:t>2. Handle missing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Replace Coded Values with Readable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 numeric or coded values into clear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Coded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 → No Teen</a:t>
            </a:r>
          </a:p>
          <a:p>
            <a:r>
              <a:t>1 → One Teen</a:t>
            </a:r>
          </a:p>
          <a:p>
            <a:r>
              <a:t>2 → Two Teens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with Coded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 to understand</a:t>
            </a:r>
          </a:p>
          <a:p>
            <a:r>
              <a:t>Not suitable for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Replace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df['Teenhome'].replace([0,1,2], ['No Teen','Has Teen','Has Teen'])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 category codes into readable labels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Replacing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readability</a:t>
            </a:r>
          </a:p>
          <a:p>
            <a:r>
              <a:t>Better for dashboards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Readable Data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 → No Teen</a:t>
            </a:r>
          </a:p>
          <a:p>
            <a:r>
              <a:t>1 → Has Teen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Handle Missing Values Before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Missing data can distort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Missing Values?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Empty cells</a:t>
            </a:r>
          </a:p>
          <a:p>
            <a:r>
              <a:t>NaN values</a:t>
            </a:r>
          </a:p>
          <a:p>
            <a:r>
              <a:t>Incomplete records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df.isnull().sum()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Remove Missing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df.dropna()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Fill Missing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df.fillna(value)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Fill Missing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df['Income'] = df['Income'].fillna(0)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Handling Missing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Accurate statistics</a:t>
            </a:r>
          </a:p>
          <a:p>
            <a:r>
              <a:t>Reliable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codes → improve readability</a:t>
            </a:r>
          </a:p>
          <a:p>
            <a:r>
              <a:t>Handle missing data → ensure reliable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218</Words>
  <Application>Microsoft Office PowerPoint</Application>
  <PresentationFormat>On-screen Show (4:3)</PresentationFormat>
  <Paragraphs>47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Gill Sans MT</vt:lpstr>
      <vt:lpstr>Gallery</vt:lpstr>
      <vt:lpstr>Data Cleaning in Pandas</vt:lpstr>
      <vt:lpstr>Why Data Cleaning Matters</vt:lpstr>
      <vt:lpstr>Overview of Topics</vt:lpstr>
      <vt:lpstr>Replace Coded Values with Readable Meaning</vt:lpstr>
      <vt:lpstr>Example of Coded Data</vt:lpstr>
      <vt:lpstr>Problem with Coded Values</vt:lpstr>
      <vt:lpstr>Pandas Replace Function</vt:lpstr>
      <vt:lpstr>Example Use Case</vt:lpstr>
      <vt:lpstr>Benefits of Replacing Codes</vt:lpstr>
      <vt:lpstr>Readable Data Example</vt:lpstr>
      <vt:lpstr>Handle Missing Values Before Analysis</vt:lpstr>
      <vt:lpstr>What Are Missing Values?</vt:lpstr>
      <vt:lpstr>Check Missing Values</vt:lpstr>
      <vt:lpstr>Remove Missing Data</vt:lpstr>
      <vt:lpstr>Fill Missing Data</vt:lpstr>
      <vt:lpstr>Example: Fill Missing Income</vt:lpstr>
      <vt:lpstr>Benefits of Handling Missing Data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 Babu Singam</cp:lastModifiedBy>
  <cp:revision>2</cp:revision>
  <dcterms:created xsi:type="dcterms:W3CDTF">2013-01-27T09:14:16Z</dcterms:created>
  <dcterms:modified xsi:type="dcterms:W3CDTF">2026-03-12T19:10:57Z</dcterms:modified>
  <cp:category/>
</cp:coreProperties>
</file>
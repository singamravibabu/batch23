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77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1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32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7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4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3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2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66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48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9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0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Wrangling in Pandas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Core Techniques for Data Analysts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Wrangling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is messy</a:t>
            </a:r>
          </a:p>
          <a:p>
            <a:r>
              <a:t>We organize data before analysis</a:t>
            </a:r>
          </a:p>
          <a:p>
            <a:r>
              <a:t>Pandas provides powerful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Three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Group Data</a:t>
            </a:r>
          </a:p>
          <a:p>
            <a:r>
              <a:t>2. Append Data</a:t>
            </a:r>
          </a:p>
          <a:p>
            <a:r>
              <a:t>3. Concatenate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Data to Discover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Grouping helps analyze patterns in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similar records</a:t>
            </a:r>
          </a:p>
          <a:p>
            <a:r>
              <a:t>Calculate summary statistics</a:t>
            </a:r>
          </a:p>
          <a:p>
            <a:r>
              <a:t>Reveal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Business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customers with kids buy less from stores?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groupby() allows grouping based on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df.groupby('Kidhome')['NumStorePurchases'].mean()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from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Grouping reveals behavior patterns and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 Datasets to Expand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Append means adding rows from another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Append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datasets have the same columns</a:t>
            </a:r>
          </a:p>
          <a:p>
            <a:r>
              <a:t>Monthly data files</a:t>
            </a:r>
          </a:p>
          <a:p>
            <a:r>
              <a:t>Survey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pd.concat([df1, df2])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Appending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rows</a:t>
            </a:r>
          </a:p>
          <a:p>
            <a:r>
              <a:t>Same structure</a:t>
            </a:r>
          </a:p>
          <a:p>
            <a:r>
              <a:t>Expanded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Concatenate Columns to Enrich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columns from another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 describe same entities</a:t>
            </a:r>
          </a:p>
          <a:p>
            <a:r>
              <a:t>But contain different 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pd.concat([df1, df2], axis=1)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of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columns</a:t>
            </a:r>
          </a:p>
          <a:p>
            <a:r>
              <a:t>Richer dataset</a:t>
            </a:r>
          </a:p>
          <a:p>
            <a:r>
              <a:t>More features for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→ Discover patterns</a:t>
            </a:r>
          </a:p>
          <a:p>
            <a:r>
              <a:t>Append → Add observations</a:t>
            </a:r>
          </a:p>
          <a:p>
            <a:r>
              <a:t>Concatenate → Add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215</Words>
  <Application>Microsoft Office PowerPoint</Application>
  <PresentationFormat>On-screen Show (4:3)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Gallery</vt:lpstr>
      <vt:lpstr>Data Wrangling in Pandas</vt:lpstr>
      <vt:lpstr>Why Data Wrangling Matters</vt:lpstr>
      <vt:lpstr>Overview of the Three Techniques</vt:lpstr>
      <vt:lpstr>Group Data to Discover Patterns</vt:lpstr>
      <vt:lpstr>Concept of Grouping</vt:lpstr>
      <vt:lpstr>Example Business Question</vt:lpstr>
      <vt:lpstr>Pandas Function</vt:lpstr>
      <vt:lpstr>Example Code</vt:lpstr>
      <vt:lpstr>Insight from Grouping</vt:lpstr>
      <vt:lpstr>Append Datasets to Expand Observations</vt:lpstr>
      <vt:lpstr>When to Use Append</vt:lpstr>
      <vt:lpstr>Pandas Method</vt:lpstr>
      <vt:lpstr>Result of Appending</vt:lpstr>
      <vt:lpstr>Concatenate Columns to Enrich Information</vt:lpstr>
      <vt:lpstr>When to Use Concatenation</vt:lpstr>
      <vt:lpstr>Pandas Method</vt:lpstr>
      <vt:lpstr>Result of Concatenation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Babu Singam</cp:lastModifiedBy>
  <cp:revision>2</cp:revision>
  <dcterms:created xsi:type="dcterms:W3CDTF">2013-01-27T09:14:16Z</dcterms:created>
  <dcterms:modified xsi:type="dcterms:W3CDTF">2026-03-12T19:08:30Z</dcterms:modified>
  <cp:category/>
</cp:coreProperties>
</file>
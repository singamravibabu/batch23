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04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07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15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2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1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9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2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64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34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55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30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2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Data Wrangling Techniques in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Merge • Sort • Categorize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Techniques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datasets are scattered</a:t>
            </a:r>
          </a:p>
          <a:p>
            <a:r>
              <a:t>Data must be organized before analysis</a:t>
            </a:r>
          </a:p>
          <a:p>
            <a:r>
              <a:t>These operations prepare data for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Three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Merge datasets</a:t>
            </a:r>
          </a:p>
          <a:p>
            <a:r>
              <a:t>2. Sort data</a:t>
            </a:r>
          </a:p>
          <a:p>
            <a:r>
              <a:t>3. Categorize numeric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Datasets Using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two datasets using a common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a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key uniquely identifies records</a:t>
            </a:r>
          </a:p>
          <a:p>
            <a:r>
              <a:t>Example: Customer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Business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table + Purchase table</a:t>
            </a:r>
          </a:p>
          <a:p>
            <a:r>
              <a:t>Merge using Customer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Merge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pd.merge(df1, df2, on='ID')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Inner Join</a:t>
            </a:r>
          </a:p>
          <a:p>
            <a:r>
              <a:t>Left Join</a:t>
            </a:r>
          </a:p>
          <a:p>
            <a:r>
              <a:t>Right Join</a:t>
            </a:r>
          </a:p>
          <a:p>
            <a:r>
              <a:t>Outer Join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unified dataset</a:t>
            </a:r>
          </a:p>
          <a:p>
            <a:r>
              <a:t>More complete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 Data to Identify Rankings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Sorting arranges records based on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of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customers</a:t>
            </a:r>
          </a:p>
          <a:p>
            <a:r>
              <a:t>Highest sales</a:t>
            </a:r>
          </a:p>
          <a:p>
            <a:r>
              <a:t>Lowest performing products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Sorting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df.sort_values('column_name')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ascending=True (default)</a:t>
            </a:r>
          </a:p>
          <a:p>
            <a:r>
              <a:t>ascending=False for ranking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Categorize Numbers into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numeric values into categories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Categorization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Makes analysis easier</a:t>
            </a:r>
          </a:p>
          <a:p>
            <a:r>
              <a:t>Improves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Categorization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pd.cut()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</a:t>
            </a:r>
          </a:p>
          <a:p>
            <a:r>
              <a:t>Moderate</a:t>
            </a:r>
          </a:p>
          <a:p>
            <a:r>
              <a:t>High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Merge → combine datasets</a:t>
            </a:r>
          </a:p>
          <a:p>
            <a:r>
              <a:t>Sort → identify rankings</a:t>
            </a:r>
          </a:p>
          <a:p>
            <a:r>
              <a:t>Categorize → simplify numerical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211</Words>
  <Application>Microsoft Office PowerPoint</Application>
  <PresentationFormat>On-screen Show (4:3)</PresentationFormat>
  <Paragraphs>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Data Wrangling Techniques in Pandas</vt:lpstr>
      <vt:lpstr>Why These Techniques Matter</vt:lpstr>
      <vt:lpstr>Overview of the Three Concepts</vt:lpstr>
      <vt:lpstr>Merge Datasets Using Keys</vt:lpstr>
      <vt:lpstr>Concept of a Key</vt:lpstr>
      <vt:lpstr>Example Business Scenario</vt:lpstr>
      <vt:lpstr>Pandas Merge Function</vt:lpstr>
      <vt:lpstr>Types of Merge</vt:lpstr>
      <vt:lpstr>Result of Merging</vt:lpstr>
      <vt:lpstr>Sort Data to Identify Rankings</vt:lpstr>
      <vt:lpstr>Business Use of Sorting</vt:lpstr>
      <vt:lpstr>Pandas Sorting Function</vt:lpstr>
      <vt:lpstr>Sorting Order</vt:lpstr>
      <vt:lpstr>Categorize Numbers into Groups</vt:lpstr>
      <vt:lpstr>Why Categorization Helps</vt:lpstr>
      <vt:lpstr>Pandas Categorization Function</vt:lpstr>
      <vt:lpstr>Example Categories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Babu Singam</cp:lastModifiedBy>
  <cp:revision>2</cp:revision>
  <dcterms:created xsi:type="dcterms:W3CDTF">2013-01-27T09:14:16Z</dcterms:created>
  <dcterms:modified xsi:type="dcterms:W3CDTF">2026-03-12T19:09:02Z</dcterms:modified>
  <cp:category/>
</cp:coreProperties>
</file>
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80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5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916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368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57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88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93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79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442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2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511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3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Cleaning Techniques in Pandas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Remove Duplicates • Drop Data • Convert Data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Data Cleaning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data often contains errors</a:t>
            </a:r>
          </a:p>
          <a:p>
            <a:r>
              <a:t>Cleaning improves analysis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Remove duplicates</a:t>
            </a:r>
          </a:p>
          <a:p>
            <a:r>
              <a:t>2. Drop unnecessary data</a:t>
            </a:r>
          </a:p>
          <a:p>
            <a:r>
              <a:t>3. Convert data 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Remove Duplicates to Ensure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 records distort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Duplicate Records?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Rows that appear more than once in a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Caused by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Incorrect totals</a:t>
            </a:r>
          </a:p>
          <a:p>
            <a:r>
              <a:t>Biased statistics</a:t>
            </a:r>
          </a:p>
          <a:p>
            <a:r>
              <a:t>Misleading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Function for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df.drop_duplicates()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dataset containing repeated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of Removing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dataset with unique observations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Drop Unnecessary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 rows or columns not needed for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Drop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Simplify datasets</a:t>
            </a:r>
          </a:p>
          <a:p>
            <a:r>
              <a:t>Reduce noise</a:t>
            </a:r>
          </a:p>
          <a:p>
            <a:r>
              <a:t>Improve clarity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Drop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df.drop(labels=['column'], axis=1)</a:t>
            </a:r>
          </a:p>
          <a:p>
            <a:r>
              <a:t> df.drop(labels=[row], axis=0)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of Dropping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Smaller and more focused dataset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Convert Data Types for Correct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types determine how values are processed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Data Type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Numbers stored as strings</a:t>
            </a:r>
          </a:p>
          <a:p>
            <a:r>
              <a:t>Floats instead of integers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Conversion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df['column'].astype(int)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Correct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Accurate calculations</a:t>
            </a:r>
          </a:p>
          <a:p>
            <a:r>
              <a:t>Better performance</a:t>
            </a:r>
          </a:p>
          <a:p>
            <a:r>
              <a:t>Cleaner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 duplicates → ensure accuracy</a:t>
            </a:r>
          </a:p>
          <a:p>
            <a:r>
              <a:t>Drop data → simplify dataset</a:t>
            </a:r>
          </a:p>
          <a:p>
            <a:r>
              <a:t>Convert types → enable correct computation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228</Words>
  <Application>Microsoft Office PowerPoint</Application>
  <PresentationFormat>On-screen Show (4:3)</PresentationFormat>
  <Paragraphs>49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Gallery</vt:lpstr>
      <vt:lpstr>Data Cleaning Techniques in Pandas</vt:lpstr>
      <vt:lpstr>Why Data Cleaning is Important</vt:lpstr>
      <vt:lpstr>Overview of Techniques</vt:lpstr>
      <vt:lpstr>Remove Duplicates to Ensure Accuracy</vt:lpstr>
      <vt:lpstr>What Are Duplicate Records?</vt:lpstr>
      <vt:lpstr>Problems Caused by Duplicates</vt:lpstr>
      <vt:lpstr>Pandas Function for Duplicates</vt:lpstr>
      <vt:lpstr>Example Use Case</vt:lpstr>
      <vt:lpstr>Result of Removing Duplicates</vt:lpstr>
      <vt:lpstr>Drop Unnecessary Data</vt:lpstr>
      <vt:lpstr>Why Drop Data?</vt:lpstr>
      <vt:lpstr>Pandas Drop Function</vt:lpstr>
      <vt:lpstr>Result of Dropping Data</vt:lpstr>
      <vt:lpstr>Convert Data Types for Correct Computation</vt:lpstr>
      <vt:lpstr>Common Data Type Problems</vt:lpstr>
      <vt:lpstr>Pandas Conversion Method</vt:lpstr>
      <vt:lpstr>Benefits of Correct Data Types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 Babu Singam</cp:lastModifiedBy>
  <cp:revision>2</cp:revision>
  <dcterms:created xsi:type="dcterms:W3CDTF">2013-01-27T09:14:16Z</dcterms:created>
  <dcterms:modified xsi:type="dcterms:W3CDTF">2026-03-12T19:10:26Z</dcterms:modified>
  <cp:category/>
</cp:coreProperties>
</file>